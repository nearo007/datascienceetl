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Monitoramento de Preços — Projeto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IA para identificar tendências de aumento/queda de preços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Objetivo: Implementar ETL, treinar modelos e gerar relatórios.</a:t>
            </a:r>
          </a:p>
          <a:p>
            <a:r>
              <a:t>Fontes: API, CSV, Web scraping, PDF</a:t>
            </a:r>
          </a:p>
          <a:p>
            <a:r>
              <a:t>Entregáveis: CSV/XLSX, SQLite, PDF, Streamlit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Arquivos importantes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proposta_professor.* (proposta)</a:t>
            </a:r>
          </a:p>
          <a:p>
            <a:r>
              <a:t>pipeline.py, etl/, app.py, models/, output/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